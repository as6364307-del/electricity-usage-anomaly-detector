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Electricity Usage Anomaly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BDA Mini Project | Python • Pandas • Scikit-learn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Electricity consumption datasets can contain unusual readings that are difficult to identify manually.</a:t>
            </a:r>
          </a:p>
          <a:p>
            <a:pPr>
              <a:spcAft>
                <a:spcPts val="1400"/>
              </a:spcAft>
              <a:defRPr sz="2100"/>
            </a:pPr>
            <a:r>
              <a:t>A data analytics tool can highlight readings that differ from the general usage pattern.</a:t>
            </a:r>
          </a:p>
          <a:p>
            <a:pPr>
              <a:spcAft>
                <a:spcPts val="1400"/>
              </a:spcAft>
              <a:defRPr sz="2100"/>
            </a:pPr>
            <a:r>
              <a:t>An anomaly is a signal for investigation, not proof of theft or a faulty meter.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Load and clean timestamped electricity consumption data.</a:t>
            </a:r>
          </a:p>
          <a:p>
            <a:pPr>
              <a:spcAft>
                <a:spcPts val="1400"/>
              </a:spcAft>
              <a:defRPr sz="2100"/>
            </a:pPr>
            <a:r>
              <a:t>Calculate summary statistics such as average and peak usage.</a:t>
            </a:r>
          </a:p>
          <a:p>
            <a:pPr>
              <a:spcAft>
                <a:spcPts val="1400"/>
              </a:spcAft>
              <a:defRPr sz="2100"/>
            </a:pPr>
            <a:r>
              <a:t>Detect unusual readings using IQR or Isolation Forest.</a:t>
            </a:r>
          </a:p>
          <a:p>
            <a:pPr>
              <a:spcAft>
                <a:spcPts val="1400"/>
              </a:spcAft>
              <a:defRPr sz="2100"/>
            </a:pPr>
            <a:r>
              <a:t>Visualize patterns in an interactive dashboard and export analyzed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Python: main programming language</a:t>
            </a:r>
          </a:p>
          <a:p>
            <a:pPr>
              <a:spcAft>
                <a:spcPts val="1400"/>
              </a:spcAft>
              <a:defRPr sz="2100"/>
            </a:pPr>
            <a:r>
              <a:t>Pandas and NumPy: data cleaning and analysis</a:t>
            </a:r>
          </a:p>
          <a:p>
            <a:pPr>
              <a:spcAft>
                <a:spcPts val="1400"/>
              </a:spcAft>
              <a:defRPr sz="2100"/>
            </a:pPr>
            <a:r>
              <a:t>Scikit-learn: Isolation Forest anomaly detection</a:t>
            </a:r>
          </a:p>
          <a:p>
            <a:pPr>
              <a:spcAft>
                <a:spcPts val="1400"/>
              </a:spcAft>
              <a:defRPr sz="2100"/>
            </a:pPr>
            <a:r>
              <a:t>Matplotlib: charts and visualizations</a:t>
            </a:r>
          </a:p>
          <a:p>
            <a:pPr>
              <a:spcAft>
                <a:spcPts val="1400"/>
              </a:spcAft>
              <a:defRPr sz="2100"/>
            </a:pPr>
            <a:r>
              <a:t>Streamlit: interactive web dashboard</a:t>
            </a:r>
          </a:p>
          <a:p>
            <a:pPr>
              <a:spcAft>
                <a:spcPts val="1400"/>
              </a:spcAft>
              <a:defRPr sz="2100"/>
            </a:pPr>
            <a:r>
              <a:t>CSV: input dataset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CSV dataset → Data cleaning → Anomaly detection</a:t>
            </a:r>
          </a:p>
          <a:p>
            <a:pPr>
              <a:spcAft>
                <a:spcPts val="1400"/>
              </a:spcAft>
              <a:defRPr sz="2100"/>
            </a:pPr>
            <a:r>
              <a:t>Detection methods: Interquartile Range (IQR) and Isolation Forest</a:t>
            </a:r>
          </a:p>
          <a:p>
            <a:pPr>
              <a:spcAft>
                <a:spcPts val="1400"/>
              </a:spcAft>
              <a:defRPr sz="2100"/>
            </a:pPr>
            <a:r>
              <a:t>Output: summary metrics, trend chart, histogram, flagged rows, daily summary</a:t>
            </a:r>
          </a:p>
          <a:p>
            <a:pPr>
              <a:spcAft>
                <a:spcPts val="1400"/>
              </a:spcAft>
              <a:defRPr sz="2100"/>
            </a:pPr>
            <a:r>
              <a:t>Optional: upload a CSV and download the analyzed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Parse timestamps and consumption values into valid data types.</a:t>
            </a:r>
          </a:p>
          <a:p>
            <a:pPr>
              <a:spcAft>
                <a:spcPts val="1400"/>
              </a:spcAft>
              <a:defRPr sz="2100"/>
            </a:pPr>
            <a:r>
              <a:t>Remove rows missing required values and sort by time.</a:t>
            </a:r>
          </a:p>
          <a:p>
            <a:pPr>
              <a:spcAft>
                <a:spcPts val="1400"/>
              </a:spcAft>
              <a:defRPr sz="2100"/>
            </a:pPr>
            <a:r>
              <a:t>Apply the selected anomaly-detection method.</a:t>
            </a:r>
          </a:p>
          <a:p>
            <a:pPr>
              <a:spcAft>
                <a:spcPts val="1400"/>
              </a:spcAft>
              <a:defRPr sz="2100"/>
            </a:pPr>
            <a:r>
              <a:t>Display flagged observations alongside overall consumption trends.</a:t>
            </a:r>
          </a:p>
          <a:p>
            <a:pPr>
              <a:spcAft>
                <a:spcPts val="1400"/>
              </a:spcAft>
              <a:defRPr sz="2100"/>
            </a:pPr>
            <a:r>
              <a:t>Review anomalies with context before drawing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Total number of valid readings</a:t>
            </a:r>
          </a:p>
          <a:p>
            <a:pPr>
              <a:spcAft>
                <a:spcPts val="1400"/>
              </a:spcAft>
              <a:defRPr sz="2100"/>
            </a:pPr>
            <a:r>
              <a:t>Number of flagged readings</a:t>
            </a:r>
          </a:p>
          <a:p>
            <a:pPr>
              <a:spcAft>
                <a:spcPts val="1400"/>
              </a:spcAft>
              <a:defRPr sz="2100"/>
            </a:pPr>
            <a:r>
              <a:t>Average and peak electricity consumption</a:t>
            </a:r>
          </a:p>
          <a:p>
            <a:pPr>
              <a:spcAft>
                <a:spcPts val="1400"/>
              </a:spcAft>
              <a:defRPr sz="2100"/>
            </a:pPr>
            <a:r>
              <a:t>Consumption-over-time graph with flagged points</a:t>
            </a:r>
          </a:p>
          <a:p>
            <a:pPr>
              <a:spcAft>
                <a:spcPts val="1400"/>
              </a:spcAft>
              <a:defRPr sz="2100"/>
            </a:pPr>
            <a:r>
              <a:t>Usage distribution histogram and table of flagged readings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The included dataset is synthetic and used for demonstration.</a:t>
            </a:r>
          </a:p>
          <a:p>
            <a:pPr>
              <a:spcAft>
                <a:spcPts val="1400"/>
              </a:spcAft>
              <a:defRPr sz="2100"/>
            </a:pPr>
            <a:r>
              <a:t>Unusual readings may have legitimate causes, such as appliance use or occupancy changes.</a:t>
            </a:r>
          </a:p>
          <a:p>
            <a:pPr>
              <a:spcAft>
                <a:spcPts val="1400"/>
              </a:spcAft>
              <a:defRPr sz="2100"/>
            </a:pPr>
            <a:r>
              <a:t>Future scope: real smart-meter data, time-of-day baselines, alert notifications, and model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The project demonstrates an end-to-end data analytics workflow.</a:t>
            </a:r>
          </a:p>
          <a:p>
            <a:pPr>
              <a:spcAft>
                <a:spcPts val="1400"/>
              </a:spcAft>
              <a:defRPr sz="2100"/>
            </a:pPr>
            <a:r>
              <a:t>It combines data cleaning, anomaly detection, visualization, and export.</a:t>
            </a:r>
          </a:p>
          <a:p>
            <a:pPr>
              <a:spcAft>
                <a:spcPts val="1400"/>
              </a:spcAft>
              <a:defRPr sz="2100"/>
            </a:pPr>
            <a:r>
              <a:t>The dashboard helps identify readings that may deserve further investigation.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Pandas documentation: https://pandas.pydata.org/docs/</a:t>
            </a:r>
          </a:p>
          <a:p>
            <a:pPr>
              <a:spcAft>
                <a:spcPts val="1400"/>
              </a:spcAft>
              <a:defRPr sz="2100"/>
            </a:pPr>
            <a:r>
              <a:t>Streamlit documentation: https://docs.streamlit.io/</a:t>
            </a:r>
          </a:p>
          <a:p>
            <a:pPr>
              <a:spcAft>
                <a:spcPts val="1400"/>
              </a:spcAft>
              <a:defRPr sz="2100"/>
            </a:pPr>
            <a:r>
              <a:t>Scikit-learn Isolation Forest: https://scikit-learn.org/stable/modules/generated/sklearn.ensemble.IsolationForest.html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